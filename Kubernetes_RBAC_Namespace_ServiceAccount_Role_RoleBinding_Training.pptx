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Kubernetes RBAC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RBAC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 Control (RBAC) controls who can perform actions on Kubernetes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Namespace</a:t>
            </a:r>
          </a:p>
          <a:p>
            <a:r>
              <a:t>Create Service Account</a:t>
            </a:r>
          </a:p>
          <a:p>
            <a:r>
              <a:t>Create Role</a:t>
            </a:r>
          </a:p>
          <a:p>
            <a:r>
              <a:t>Create RoleBinding</a:t>
            </a:r>
          </a:p>
          <a:p>
            <a:r>
              <a:t>Validate Permissions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Create Namespace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create namespace project-hamster</a:t>
            </a:r>
          </a:p>
          <a:p>
            <a:r>
              <a:t>kubectl get namespace</a:t>
            </a:r>
          </a:p>
          <a:p/>
          <a:p>
            <a:r>
              <a:t>Namespace provides logical isolation.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Namespaces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Namespaces separate resources within a cluster.</a:t>
            </a:r>
          </a:p>
          <a:p>
            <a:r>
              <a:t>Examples: dev, test, prod, project-hamster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Create Service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create sa jane</a:t>
            </a:r>
          </a:p>
          <a:p>
            <a:r>
              <a:t>kubectl get sa jane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Service Account?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used by applications and users to interact with Kubernetes APIs.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Situation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Namespace project-hamster exists.</a:t>
            </a:r>
          </a:p>
          <a:p>
            <a:r>
              <a:t>Service Account jane exists.</a:t>
            </a:r>
          </a:p>
          <a:p>
            <a:r>
              <a:t>No permissions assigned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RBAC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User/ServiceAccount → Role → RoleBinding → Permissions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Create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project-hamster create role devrole --verb=create --resource=secret --resource=configmap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 Name: devrole</a:t>
            </a:r>
          </a:p>
          <a:p>
            <a:r>
              <a:t>Allowed Verb: create</a:t>
            </a:r>
          </a:p>
          <a:p>
            <a:r>
              <a:t>Resources: secrets, configmaps</a:t>
            </a:r>
          </a:p>
          <a:p>
            <a:r>
              <a:t>Scope: project-hamster namespace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YAML Equivalent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 grants create permissions for ConfigMaps and Secrets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Create RoleBinding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project-hamster create rolebinding devrolebinding --role=devrole --serviceaccount project-hamster:jane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RoleBinding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RoleBinding connects a Role with a User or Service Account.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RBAC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ServiceAccount jane → RoleBinding → devrole → Create ConfigMap &amp; Secret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Permission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auth can-i is used to validate RBAC permissions.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1: Can Create Secret?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project-hamster auth can-i create secret --as system:serviceaccount:project-hamster:jane</a:t>
            </a:r>
          </a:p>
          <a:p>
            <a:r>
              <a:t>Expected: yes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2: Can Create ConfigMap?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project-hamster auth can-i create configmap --as system:serviceaccount:project-hamster:jane</a:t>
            </a:r>
          </a:p>
          <a:p>
            <a:r>
              <a:t>Expected: yes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3: Can Create Pod?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project-hamster auth can-i create pod --as system:serviceaccount:project-hamster:jane</a:t>
            </a:r>
          </a:p>
          <a:p>
            <a:r>
              <a:t>Expected: no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4: Can Create Deployment?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project-hamster auth can-i create deployment --as system:serviceaccount:project-hamster:jane</a:t>
            </a:r>
          </a:p>
          <a:p>
            <a:r>
              <a:t>Expected: no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5: Can Delete Deployment?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project-hamster auth can-i delete deployment --as system:serviceaccount:project-hamster:jane</a:t>
            </a:r>
          </a:p>
          <a:p>
            <a:r>
              <a:t>Expected: no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RBAC Authorization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Request → Service Account → RoleBinding → Role → Permission Check → Allow/Deny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Apply Principle of Least Privilege.</a:t>
            </a:r>
          </a:p>
          <a:p>
            <a:r>
              <a:t>Grant only permissions required.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Namespaces</a:t>
            </a:r>
          </a:p>
          <a:p>
            <a:r>
              <a:t>Use Dedicated Service Accounts</a:t>
            </a:r>
          </a:p>
          <a:p>
            <a:r>
              <a:t>Avoid Cluster Admin Access</a:t>
            </a:r>
          </a:p>
          <a:p>
            <a:r>
              <a:t>Audit Permissions Regularly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project-hamster Namespace</a:t>
            </a:r>
          </a:p>
          <a:p>
            <a:r>
              <a:t>     |</a:t>
            </a:r>
          </a:p>
          <a:p>
            <a:r>
              <a:t>Service Account: jane</a:t>
            </a:r>
          </a:p>
          <a:p>
            <a:r>
              <a:t>     |</a:t>
            </a:r>
          </a:p>
          <a:p>
            <a:r>
              <a:t>RoleBinding: devrolebinding</a:t>
            </a:r>
          </a:p>
          <a:p>
            <a:r>
              <a:t>     |</a:t>
            </a:r>
          </a:p>
          <a:p>
            <a:r>
              <a:t>Role: devrole</a:t>
            </a:r>
          </a:p>
          <a:p>
            <a:r>
              <a:t>     |</a:t>
            </a:r>
          </a:p>
          <a:p>
            <a:r>
              <a:t>Create Secret &amp; ConfigMap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Namespace</a:t>
            </a:r>
          </a:p>
          <a:p>
            <a:r>
              <a:t>Create Service Account</a:t>
            </a:r>
          </a:p>
          <a:p>
            <a:r>
              <a:t>Create Role</a:t>
            </a:r>
          </a:p>
          <a:p>
            <a:r>
              <a:t>Bind Role</a:t>
            </a:r>
          </a:p>
          <a:p>
            <a:r>
              <a:t>Verify Permissions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RBAC secures Kubernetes clusters.</a:t>
            </a:r>
          </a:p>
          <a:p>
            <a:r>
              <a:t>Roles define permissions.</a:t>
            </a:r>
          </a:p>
          <a:p>
            <a:r>
              <a:t>RoleBindings assign permissions.</a:t>
            </a:r>
          </a:p>
          <a:p>
            <a:r>
              <a:t>Service Accounts represent identities.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