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Kubernetes Deployments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Deployments?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Deployments manage Pods automatically</a:t>
            </a:r>
          </a:p>
          <a:p>
            <a:r>
              <a:t>Provide self-healing</a:t>
            </a:r>
          </a:p>
          <a:p>
            <a:r>
              <a:t>Support scaling and rolling updates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First Deployment YAML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deployment.yml with nginx image and 3 replicas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Manifest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apiVersion: apps/v1</a:t>
            </a:r>
          </a:p>
          <a:p>
            <a:r>
              <a:t>kind: Deployment</a:t>
            </a:r>
          </a:p>
          <a:p>
            <a:r>
              <a:t>metadata</a:t>
            </a:r>
          </a:p>
          <a:p>
            <a:r>
              <a:t>spec</a:t>
            </a:r>
          </a:p>
          <a:p>
            <a:r>
              <a:t>replicas</a:t>
            </a:r>
          </a:p>
          <a:p>
            <a:r>
              <a:t>selector</a:t>
            </a:r>
          </a:p>
          <a:p>
            <a:r>
              <a:t>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apply -f deployment.yml</a:t>
            </a:r>
          </a:p>
          <a:p>
            <a:r>
              <a:t>kubectl get deploy</a:t>
            </a:r>
          </a:p>
          <a:p>
            <a:r>
              <a:t>kubectl get pod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Deployment Pods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Deployment creates ReplicaSet</a:t>
            </a:r>
          </a:p>
          <a:p>
            <a:r>
              <a:t>ReplicaSet creates Pods</a:t>
            </a:r>
          </a:p>
          <a:p>
            <a:r>
              <a:t>Observe 3 running Pods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Self-Healing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Delete a Pod manually</a:t>
            </a:r>
          </a:p>
          <a:p>
            <a:r>
              <a:t>kubectl delete pod &lt;pod-name&gt;</a:t>
            </a:r>
          </a:p>
          <a:p>
            <a:r>
              <a:t>Deployment recreates missing Pod automatically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Pod 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pod -o wide</a:t>
            </a:r>
          </a:p>
          <a:p>
            <a:r>
              <a:t>Displays node assignment and Pod 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Deployment via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create deployment my-first-deployment --image=nginx --port=80 --replicas=2 --dry-run=client -o yaml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 Deployment YAML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Save generated YAML to dep.yml</a:t>
            </a:r>
          </a:p>
          <a:p>
            <a:r>
              <a:t>kubectl apply -f dep.yml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Deployment Naming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Deployment Name + ReplicaSet Hash + Pod ID</a:t>
            </a:r>
          </a:p>
          <a:p>
            <a:r>
              <a:t>Example: nginx-deployment-647677fc66-7k799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 Deployment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deploy</a:t>
            </a:r>
          </a:p>
          <a:p>
            <a:r>
              <a:t>kubectl get rs</a:t>
            </a:r>
          </a:p>
          <a:p>
            <a:r>
              <a:t>kubectl get pod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Deployment → ReplicaSet → Pods</a:t>
            </a:r>
          </a:p>
          <a:p>
            <a:r>
              <a:t>Deployment manages desired state</a:t>
            </a:r>
          </a:p>
          <a:p>
            <a:r>
              <a:t>ReplicaSet ensures replica count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deployment name and labels</a:t>
            </a:r>
          </a:p>
          <a:p>
            <a:r>
              <a:t>Used for identification and organization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desired state</a:t>
            </a:r>
          </a:p>
          <a:p>
            <a:r>
              <a:t>Replicas count</a:t>
            </a:r>
          </a:p>
          <a:p>
            <a:r>
              <a:t>Selectors</a:t>
            </a:r>
          </a:p>
          <a:p>
            <a:r>
              <a:t>Pod template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Selector and Match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Selector identifies managed Pods</a:t>
            </a:r>
          </a:p>
          <a:p>
            <a:r>
              <a:t>Labels must match template labels exactly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Blueprint used to create Pods</a:t>
            </a:r>
          </a:p>
          <a:p>
            <a:r>
              <a:t>Contains metadata and Pod specification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Assign labels to Pods</a:t>
            </a:r>
          </a:p>
          <a:p>
            <a:r>
              <a:t>Labels connect Pods to Deployment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 Spec and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containers, images, ports, and resources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Deployment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Deployment requests replicas</a:t>
            </a:r>
          </a:p>
          <a:p>
            <a:r>
              <a:t>Selector finds matching Pods</a:t>
            </a:r>
          </a:p>
          <a:p>
            <a:r>
              <a:t>Template creates missing Pods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YAML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Replicas: 2</a:t>
            </a:r>
          </a:p>
          <a:p>
            <a:r>
              <a:t>Selector: app=my-first-deployment</a:t>
            </a:r>
          </a:p>
          <a:p>
            <a:r>
              <a:t>Container Image: nginx</a:t>
            </a:r>
          </a:p>
          <a:p>
            <a:r>
              <a:t>Port: 80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YAML Sections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metadata.name</a:t>
            </a:r>
          </a:p>
          <a:p>
            <a:r>
              <a:t>spec.replicas</a:t>
            </a:r>
          </a:p>
          <a:p>
            <a:r>
              <a:t>spec.selector.matchLabels</a:t>
            </a:r>
          </a:p>
          <a:p>
            <a:r>
              <a:t>spec.template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delete deploy nginx-deployment</a:t>
            </a:r>
          </a:p>
          <a:p>
            <a:r>
              <a:t>Verify Pods are removed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labels consistently</a:t>
            </a:r>
          </a:p>
          <a:p>
            <a:r>
              <a:t>Use Deployments instead of standalone Pods</a:t>
            </a:r>
          </a:p>
          <a:p>
            <a:r>
              <a:t>Version control YAML files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Deployments</a:t>
            </a:r>
          </a:p>
          <a:p>
            <a:r>
              <a:t>Manage Replicas</a:t>
            </a:r>
          </a:p>
          <a:p>
            <a:r>
              <a:t>Self-Healing</a:t>
            </a:r>
          </a:p>
          <a:p>
            <a:r>
              <a:t>Deployment → ReplicaSet → Pods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