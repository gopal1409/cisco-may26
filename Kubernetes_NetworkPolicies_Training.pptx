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Network Policies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Namespace</a:t>
            </a:r>
          </a:p>
          <a:p>
            <a:r>
              <a:t>Deploy Pods</a:t>
            </a:r>
          </a:p>
          <a:p>
            <a:r>
              <a:t>Test Communication</a:t>
            </a:r>
          </a:p>
          <a:p>
            <a:r>
              <a:t>Apply Default Deny Policy</a:t>
            </a:r>
          </a:p>
          <a:p>
            <a:r>
              <a:t>Create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create namespace ecom</a:t>
            </a:r>
          </a:p>
          <a:p>
            <a:r>
              <a:t>kubectl get 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Frontend and Backend Pods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run frontend --image=nginx</a:t>
            </a:r>
          </a:p>
          <a:p>
            <a:r>
              <a:t>kubectl -n ecom run backend --image=nginx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Pods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get pod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Expose Pods as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expose pod frontend --port 80</a:t>
            </a:r>
          </a:p>
          <a:p>
            <a:r>
              <a:t>kubectl -n ecom expose pod backend --port 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get pod,svc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Pod-to-Pod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exec frontend -- curl backend</a:t>
            </a:r>
          </a:p>
          <a:p>
            <a:r>
              <a:t>kubectl -n ecom exec backend -- curl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Service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Pods communicate using Kubernetes DNS service names instead of IP addresses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Communication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default all Pods can communicate with each other inside a namespace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Default Deny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default-deny.yml with Ingress and Egress restrictions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Deny Policy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podSelector: {}</a:t>
            </a:r>
          </a:p>
          <a:p>
            <a:r>
              <a:t>Applies to all Pods</a:t>
            </a:r>
          </a:p>
          <a:p>
            <a:r>
              <a:t>Blocks all Ingress and Egress traffic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Network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default-deny.yml</a:t>
            </a:r>
          </a:p>
          <a:p>
            <a:r>
              <a:t>kubectl -n ecom get networkpolicy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 Network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describe networkpolicy default-deny-ingress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Traffic is Blocked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exec frontend -- curl backend</a:t>
            </a:r>
          </a:p>
          <a:p>
            <a:r>
              <a:t>kubectl -n ecom exec backend -- curl frontend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Pod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get pod --show-labels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Frontend Egress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 frontend Pod to initiate traffic to backend Pod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Policy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 Selector: run=frontend</a:t>
            </a:r>
          </a:p>
          <a:p>
            <a:r>
              <a:t>Policy Type: Egress</a:t>
            </a:r>
          </a:p>
          <a:p>
            <a:r>
              <a:t>Destination: run=backend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Frontend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frontend.yml</a:t>
            </a:r>
          </a:p>
          <a:p>
            <a:r>
              <a:t>kubectl describe networkpolicy frontend-policy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Flow After Egress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can send traffic</a:t>
            </a:r>
          </a:p>
          <a:p>
            <a:r>
              <a:t>Backend still blocks incoming traffic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Backend Ingress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 backend Pod to accept traffic from frontend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Policy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 Selector: run=backend</a:t>
            </a:r>
          </a:p>
          <a:p>
            <a:r>
              <a:t>Policy Type: Ingress</a:t>
            </a:r>
          </a:p>
          <a:p>
            <a:r>
              <a:t>Source: run=frontend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Backend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backend.yml</a:t>
            </a:r>
          </a:p>
          <a:p>
            <a:r>
              <a:t>kubectl describe networkpolicy backend-policy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Allowed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exec frontend -- curl backend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Using Pod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-n ecom get pod -o wide</a:t>
            </a:r>
          </a:p>
          <a:p>
            <a:r>
              <a:t>kubectl exec frontend -- curl &lt;backend-ip&gt;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Policy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Pod → Egress Policy → Backend Pod → Ingress Policy → Allowed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Issue with Default Deny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DNS queries fail because Egress traffic is blocked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DNS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Modify default-deny policy to permit TCP/UDP port 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Policy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 Egress TCP 53</a:t>
            </a:r>
          </a:p>
          <a:p>
            <a:r>
              <a:t>Allow Egress UDP 53</a:t>
            </a:r>
          </a:p>
          <a:p>
            <a:r>
              <a:t>Enable Kubernetes DNS resolution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Updated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default-deny.yml</a:t>
            </a:r>
          </a:p>
          <a:p>
            <a:r>
              <a:t>kubectl describe networkpolicy default-deny-ingress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Policy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Deny → Selective Allow Rules → Secure Pod Communication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Micro-Segmentation</a:t>
            </a:r>
          </a:p>
          <a:p>
            <a:r>
              <a:t>Zero Trust Networking</a:t>
            </a:r>
          </a:p>
          <a:p>
            <a:r>
              <a:t>Controlled East-West Traffic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Frontend-Backend Isolation</a:t>
            </a:r>
          </a:p>
          <a:p>
            <a:r>
              <a:t>Database Protection</a:t>
            </a:r>
          </a:p>
          <a:p>
            <a:r>
              <a:t>Compliance Requirements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Deny First</a:t>
            </a:r>
          </a:p>
          <a:p>
            <a:r>
              <a:t>Allow Only Required Traffic</a:t>
            </a:r>
          </a:p>
          <a:p>
            <a:r>
              <a:t>Use Labels Consistently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 Isolation</a:t>
            </a:r>
          </a:p>
          <a:p>
            <a:r>
              <a:t>Default Deny</a:t>
            </a:r>
          </a:p>
          <a:p>
            <a:r>
              <a:t>Ingress Rules</a:t>
            </a:r>
          </a:p>
          <a:p>
            <a:r>
              <a:t>Egress Rules</a:t>
            </a:r>
          </a:p>
          <a:p>
            <a:r>
              <a:t>DNS Exceptions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