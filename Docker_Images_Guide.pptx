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Docker Images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891B2"/>
                </a:solidFill>
              </a:rPr>
              <a:t>Complete Guide to Creating &amp; Managing Images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0F9FF"/>
                </a:solidFill>
              </a:rPr>
              <a:t>Learn how Docker images power containerization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E2761"/>
                </a:solidFill>
              </a:rPr>
              <a:t>What is a Docker Image?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73152"/>
            <a:ext cx="82296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F3C7E"/>
                </a:solidFill>
              </a:rPr>
              <a:t>A Docker image is a lightweight, </a:t>
            </a:r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standalone, executable package</a:t>
            </a:r>
            <a:pPr indent="0" marL="0">
              <a:buNone/>
            </a:pPr>
            <a:r>
              <a:rPr lang="en-US" sz="1800" dirty="0">
                <a:solidFill>
                  <a:srgbClr val="2F3C7E"/>
                </a:solidFill>
              </a:rPr>
              <a:t> that contains everything needed to run an application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2560320" cy="2286000"/>
          </a:xfrm>
          <a:prstGeom prst="rect">
            <a:avLst/>
          </a:prstGeom>
          <a:solidFill>
            <a:srgbClr val="F0F9FF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56032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Code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 Application source code &amp; executables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91840" y="2286000"/>
            <a:ext cx="2560320" cy="2286000"/>
          </a:xfrm>
          <a:prstGeom prst="rect">
            <a:avLst/>
          </a:prstGeom>
          <a:solidFill>
            <a:srgbClr val="F0F9FF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256032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Dependencies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 Runtime, libraries, &amp; frameworks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2286000"/>
            <a:ext cx="2560320" cy="2286000"/>
          </a:xfrm>
          <a:prstGeom prst="rect">
            <a:avLst/>
          </a:prstGeom>
          <a:solidFill>
            <a:srgbClr val="F0F9FF"/>
          </a:solidFill>
          <a:ln w="25400">
            <a:solidFill>
              <a:srgbClr val="2F3C7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256032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Configuration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 Environment variables &amp; settings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E2761"/>
                </a:solidFill>
              </a:rPr>
              <a:t>How to Create Docker Images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73152"/>
            <a:ext cx="82296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</a:rPr>
              <a:t>Method 1: Using a Dockerfile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F3C7E"/>
                </a:solidFill>
              </a:rPr>
              <a:t>✓ Most common approach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F3C7E"/>
                </a:solidFill>
              </a:rPr>
              <a:t>✓ Simple, repeatable, version controlled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F3C7E"/>
                </a:solidFill>
              </a:rPr>
              <a:t>✓ Layers built incrementally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200400"/>
            <a:ext cx="4114800" cy="164592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38328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python:3.9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pip install flask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app.py /app/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 python /app/app.py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0" y="1097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</a:rPr>
              <a:t>Method 2: From Base Image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212080" y="164592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F3C7E"/>
                </a:solidFill>
              </a:rPr>
              <a:t>✓ Extend existing images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F3C7E"/>
                </a:solidFill>
              </a:rPr>
              <a:t>✓ Faster development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F3C7E"/>
                </a:solidFill>
              </a:rPr>
              <a:t>✓ Leverages community images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3200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</a:rPr>
              <a:t>Method 3: Commit Running Container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212080" y="374904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7E"/>
                </a:solidFill>
              </a:rPr>
              <a:t>✓ Save container state as image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7E"/>
                </a:solidFill>
              </a:rPr>
              <a:t>✓ Less recommended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7E"/>
                </a:solidFill>
              </a:rPr>
              <a:t>✓ Not reproducible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E2761"/>
                </a:solidFill>
              </a:rPr>
              <a:t>Key Dockerfile Commands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73152"/>
            <a:ext cx="8229600" cy="36576"/>
          </a:xfrm>
          <a:prstGeom prst="rect">
            <a:avLst/>
          </a:prstGeom>
          <a:solidFill>
            <a:srgbClr val="0891B2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657600"/>
        </p:xfrm>
        <a:graphic>
          <a:graphicData uri="http://schemas.openxmlformats.org/drawingml/2006/table">
            <a:tbl>
              <a:tblPr/>
              <a:tblGrid>
                <a:gridCol w="1371600"/>
                <a:gridCol w="6858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Command</a:t>
                      </a:r>
                      <a:endParaRPr lang="en-US" sz="1200" dirty="0"/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FROM</a:t>
                      </a:r>
                      <a:endParaRPr lang="en-US" sz="1200" dirty="0"/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Specifies the base image</a:t>
                      </a:r>
                      <a:endParaRPr lang="en-US" sz="1200" dirty="0"/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RUN</a:t>
                      </a:r>
                      <a:endParaRPr lang="en-US" sz="1200" dirty="0"/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Executes commands during build</a:t>
                      </a:r>
                      <a:endParaRPr lang="en-US" sz="1200" dirty="0"/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COPY</a:t>
                      </a:r>
                      <a:endParaRPr lang="en-US" sz="1200" dirty="0"/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Copies files from host to image</a:t>
                      </a:r>
                      <a:endParaRPr lang="en-US" sz="1200" dirty="0"/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ENV</a:t>
                      </a:r>
                      <a:endParaRPr lang="en-US" sz="1200" dirty="0"/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Sets environment variables</a:t>
                      </a:r>
                      <a:endParaRPr lang="en-US" sz="1200" dirty="0"/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EXPOSE</a:t>
                      </a:r>
                      <a:endParaRPr lang="en-US" sz="1200" dirty="0"/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Documents which ports to expose</a:t>
                      </a:r>
                      <a:endParaRPr lang="en-US" sz="1200" dirty="0"/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CMD</a:t>
                      </a:r>
                      <a:endParaRPr lang="en-US" sz="1200" dirty="0"/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Default command to run</a:t>
                      </a:r>
                      <a:endParaRPr lang="en-US" sz="1200" dirty="0"/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ENTRYPOINT</a:t>
                      </a:r>
                      <a:endParaRPr lang="en-US" sz="1200" dirty="0"/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Configures container as executable</a:t>
                      </a:r>
                      <a:endParaRPr lang="en-US" sz="1200" dirty="0"/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E2761"/>
                </a:solidFill>
              </a:rPr>
              <a:t>Docker Image Layers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73152"/>
            <a:ext cx="82296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F3C7E"/>
                </a:solidFill>
              </a:rPr>
              <a:t>Each instruction in a Dockerfile creates a new layer. Layers are cached for faster rebuilds.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828800" y="1828800"/>
            <a:ext cx="548640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2011680" y="1901952"/>
            <a:ext cx="51206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Base Image (Ubuntu 20.04)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8800" y="2286000"/>
            <a:ext cx="5486400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2011680" y="2359152"/>
            <a:ext cx="51206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Layer 1: RUN apt-get update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828800" y="2743200"/>
            <a:ext cx="5486400" cy="4114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2011680" y="2816352"/>
            <a:ext cx="51206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Layer 2: RUN apt-get install python3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828800" y="3200400"/>
            <a:ext cx="5486400" cy="41148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2" name="Text 10"/>
          <p:cNvSpPr/>
          <p:nvPr/>
        </p:nvSpPr>
        <p:spPr>
          <a:xfrm>
            <a:off x="2011680" y="3273552"/>
            <a:ext cx="51206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Layer 3: COPY app.py /app/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828800" y="3657600"/>
            <a:ext cx="5486400" cy="41148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4" name="Text 12"/>
          <p:cNvSpPr/>
          <p:nvPr/>
        </p:nvSpPr>
        <p:spPr>
          <a:xfrm>
            <a:off x="2011680" y="3730752"/>
            <a:ext cx="51206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Layer 4: CMD python3 /app/app.py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</a:rPr>
              <a:t>Key Benefit: Layers are reused across images → faster builds &amp; less storage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E2761"/>
                </a:solidFill>
              </a:rPr>
              <a:t>Building Docker Images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73152"/>
            <a:ext cx="82296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Command: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002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build -t image-name:tag 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</a:rPr>
              <a:t>-t: </a:t>
            </a:r>
            <a:pPr indent="0" marL="0">
              <a:buNone/>
            </a:pPr>
            <a:r>
              <a:rPr lang="en-US" sz="1400" dirty="0">
                <a:solidFill>
                  <a:srgbClr val="2F3C7E"/>
                </a:solidFill>
              </a:rPr>
              <a:t>Tag the image (name:version)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</a:rPr>
              <a:t>.: </a:t>
            </a:r>
            <a:pPr indent="0" marL="0">
              <a:buNone/>
            </a:pPr>
            <a:r>
              <a:rPr lang="en-US" sz="1400" dirty="0">
                <a:solidFill>
                  <a:srgbClr val="2F3C7E"/>
                </a:solidFill>
              </a:rPr>
              <a:t>Build context (usually current directory)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</a:rPr>
              <a:t>--no-cache: </a:t>
            </a:r>
            <a:pPr indent="0" marL="0">
              <a:buNone/>
            </a:pPr>
            <a:r>
              <a:rPr lang="en-US" sz="1400" dirty="0">
                <a:solidFill>
                  <a:srgbClr val="2F3C7E"/>
                </a:solidFill>
              </a:rPr>
              <a:t>Rebuild all layers, don't use cached layers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Example Build: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2519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build -t my-web-app:1.0 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E2761"/>
                </a:solidFill>
              </a:rPr>
              <a:t>Docker Images vs Containers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73152"/>
            <a:ext cx="82296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0F9FF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344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Docker Image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F3C7E"/>
                </a:solidFill>
              </a:rPr>
              <a:t>Static blueprint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F3C7E"/>
                </a:solidFill>
              </a:rPr>
              <a:t>Read-only template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F3C7E"/>
                </a:solidFill>
              </a:rPr>
              <a:t>Built from Dockerfile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F3C7E"/>
                </a:solidFill>
              </a:rPr>
              <a:t>Stored in registries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F3C7E"/>
                </a:solidFill>
              </a:rPr>
              <a:t>Immutable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F3C7E"/>
                </a:solidFill>
              </a:rPr>
              <a:t>Example: Ubuntu image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0F9FF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2344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Container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37760" y="173736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F3C7E"/>
                </a:solidFill>
              </a:rPr>
              <a:t>Running instance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F3C7E"/>
                </a:solidFill>
              </a:rPr>
              <a:t>Writable layer on top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F3C7E"/>
                </a:solidFill>
              </a:rPr>
              <a:t>Created from image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F3C7E"/>
                </a:solidFill>
              </a:rPr>
              <a:t>Running processes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F3C7E"/>
                </a:solidFill>
              </a:rPr>
              <a:t>Isolated environment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F3C7E"/>
                </a:solidFill>
              </a:rPr>
              <a:t>Example: Running Ubuntu OS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E2761"/>
                </a:solidFill>
              </a:rPr>
              <a:t>Sharing Images: Docker Registry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73152"/>
            <a:ext cx="82296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F3C7E"/>
                </a:solidFill>
              </a:rPr>
              <a:t>Store images in public/private registries for easy distribution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</a:rPr>
              <a:t>Step 1: Login to Registry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8229600" cy="41148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1031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login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</a:rPr>
              <a:t>Step 2: Tag Your Image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8229600" cy="41148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0632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tag my-app:1.0 username/my-app:1.0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</a:rPr>
              <a:t>Step 3: Push to Registry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977640"/>
            <a:ext cx="8229600" cy="41148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0233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push username/my-app:1.0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4B8A6"/>
                </a:solidFill>
              </a:rPr>
              <a:t>Popular Registries: Docker Hub, Amazon ECR, Google Container Registry, GitHub Container Registry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E2761"/>
                </a:solidFill>
              </a:rPr>
              <a:t>Best Practices for Docker Images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73152"/>
            <a:ext cx="82296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</a:rPr>
              <a:t>Use Specific Base Image Tags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</a:rPr>
              <a:t>Don't use 'latest' in production; pin to specific versions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</a:rPr>
              <a:t>Minimize Layer Count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</a:rPr>
              <a:t>Combine RUN commands to reduce image size and build time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</a:rPr>
              <a:t>Keep Images Small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0632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</a:rPr>
              <a:t>Use Alpine images, remove unnecessary files, clean caches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5204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</a:rPr>
              <a:t>Use .dockerignore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8404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</a:rPr>
              <a:t>Exclude files from context to speed up builds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42976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</a:rPr>
              <a:t>Run as Non-Root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46177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</a:rPr>
              <a:t>Create and use a non-root user for better security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Key Takeaways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891B2"/>
                </a:solidFill>
              </a:rPr>
              <a:t>Docker images are lightweight, portable packages containing everything to run apps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891B2"/>
                </a:solidFill>
              </a:rPr>
              <a:t>Built using Dockerfiles with incremental layers for efficiency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891B2"/>
                </a:solidFill>
              </a:rPr>
              <a:t>Images are immutable; containers are runnable instances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891B2"/>
                </a:solidFill>
              </a:rPr>
              <a:t>Share images via Docker registries for easy collaboration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891B2"/>
                </a:solidFill>
              </a:rPr>
              <a:t>Follow best practices to create secure, efficient, production-ready images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 Images Explained</dc:title>
  <dc:subject>PptxGenJS Presentation</dc:subject>
  <dc:creator>Docker Expert</dc:creator>
  <cp:lastModifiedBy>Docker Expert</cp:lastModifiedBy>
  <cp:revision>1</cp:revision>
  <dcterms:created xsi:type="dcterms:W3CDTF">2026-05-25T13:36:38Z</dcterms:created>
  <dcterms:modified xsi:type="dcterms:W3CDTF">2026-05-25T13:36:38Z</dcterms:modified>
</cp:coreProperties>
</file>