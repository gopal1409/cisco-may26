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Pods -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Smallest deployable unit in Kubernetes</a:t>
            </a:r>
          </a:p>
          <a:p>
            <a:r>
              <a:t>Can contain one or more containers</a:t>
            </a:r>
          </a:p>
          <a:p>
            <a:r>
              <a:t>Shares network and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First Pod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pod.yml with nginx image and container port 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YAML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apiVersion: v1</a:t>
            </a:r>
          </a:p>
          <a:p>
            <a:r>
              <a:t>kind: Pod</a:t>
            </a:r>
          </a:p>
          <a:p>
            <a:r>
              <a:t>metadata</a:t>
            </a:r>
          </a:p>
          <a:p>
            <a:r>
              <a:t>spec</a:t>
            </a:r>
          </a:p>
          <a:p>
            <a:r>
              <a:t>containers</a:t>
            </a:r>
          </a:p>
          <a:p>
            <a:r>
              <a:t>image</a:t>
            </a:r>
          </a:p>
          <a:p>
            <a:r>
              <a:t>containerPort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Pod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pod.yml</a:t>
            </a:r>
          </a:p>
          <a:p>
            <a:r>
              <a:t>kubectl get pod</a:t>
            </a:r>
          </a:p>
          <a:p>
            <a:r>
              <a:t>kubectl describe pod nginx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Pod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Wait until pod shows 1/1 Running</a:t>
            </a:r>
          </a:p>
          <a:p>
            <a:r>
              <a:t>Use describe to inspect events and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 Definition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reads YAML top-to-bottom</a:t>
            </a:r>
          </a:p>
          <a:p>
            <a:r>
              <a:t>apiVersion defines API</a:t>
            </a:r>
          </a:p>
          <a:p>
            <a:r>
              <a:t>kind defines object type</a:t>
            </a:r>
          </a:p>
          <a:p>
            <a:r>
              <a:t>spec defines desired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 YAML Using Dry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run my-first-pod --image=nginx --port 80 --dry-run=client -o 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Generated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run my-first-pod --image=nginx --port 80 --dry-run=client -o yaml &gt; pod2.yml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Generated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pod2.yml</a:t>
            </a:r>
          </a:p>
          <a:p>
            <a:r>
              <a:t>kubectl get pod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Custom Application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run my-custom-pod --image=gopal1409/skyapp --port 8080 --dry-run=client -o yaml &gt; myapp.yml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Custom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myapp.yml</a:t>
            </a:r>
          </a:p>
          <a:p>
            <a:r>
              <a:t>kubectl get pod</a:t>
            </a:r>
          </a:p>
          <a:p>
            <a:r>
              <a:t>kubectl describe pod my-custom-pod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Pod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describe pod my-custom-pod</a:t>
            </a:r>
          </a:p>
          <a:p>
            <a:r>
              <a:t>Verify image, events, IP and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Cluster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</a:t>
            </a:r>
          </a:p>
          <a:p>
            <a:r>
              <a:t>kubectl get nodes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delete pod nginx</a:t>
            </a:r>
          </a:p>
          <a:p>
            <a:r>
              <a:t>kubectl delete pod my-first-pod</a:t>
            </a:r>
          </a:p>
          <a:p>
            <a:r>
              <a:t>kubectl delete pod my-custom-pod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After Deletion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</a:t>
            </a:r>
          </a:p>
          <a:p>
            <a:r>
              <a:t>Confirm all pods are removed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YAML manifests</a:t>
            </a:r>
          </a:p>
          <a:p>
            <a:r>
              <a:t>Use dry-run before deployment</a:t>
            </a:r>
          </a:p>
          <a:p>
            <a:r>
              <a:t>Inspect events with describe</a:t>
            </a:r>
          </a:p>
          <a:p>
            <a:r>
              <a:t>Clean unused resources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Pods</a:t>
            </a:r>
          </a:p>
          <a:p>
            <a:r>
              <a:t>Generate YAML</a:t>
            </a:r>
          </a:p>
          <a:p>
            <a:r>
              <a:t>Deploy Custom Images</a:t>
            </a:r>
          </a:p>
          <a:p>
            <a:r>
              <a:t>Inspect Resources</a:t>
            </a:r>
          </a:p>
          <a:p>
            <a:r>
              <a:t>Delete Pods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