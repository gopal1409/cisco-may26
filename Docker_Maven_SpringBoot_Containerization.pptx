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Dockerizing a Maven-Based Spring Boot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Build, Containerize, and Run a Spring Boot application using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Java JDK</a:t>
            </a:r>
          </a:p>
          <a:p>
            <a:r>
              <a:t>Install Maven</a:t>
            </a:r>
          </a:p>
          <a:p>
            <a:r>
              <a:t>Install Git</a:t>
            </a:r>
          </a:p>
          <a:p>
            <a:r>
              <a:t>Install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Clone and Build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clone https://github.com/gopal1409/spring-hello.git</a:t>
            </a:r>
          </a:p>
          <a:p>
            <a:r>
              <a:t>cd spring-hello</a:t>
            </a:r>
          </a:p>
          <a:p>
            <a:r>
              <a:t>mvn clean package</a:t>
            </a:r>
          </a:p>
          <a:p>
            <a:r>
              <a:t>ls target/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the Application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-jar ./target/spring-boot-2-hello-world-1.0.2-SNAPSHOT.jar</a:t>
            </a:r>
          </a:p>
          <a:p>
            <a:r>
              <a:t>Access: http://192.168.100.10:8080/hello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 Dockerfile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maven:3.9.16-eclipse-temurin-8-noble</a:t>
            </a:r>
          </a:p>
          <a:p>
            <a:r>
              <a:t>WORKDIR /app</a:t>
            </a:r>
          </a:p>
          <a:p>
            <a:r>
              <a:t>COPY JAR to /app</a:t>
            </a:r>
          </a:p>
          <a:p>
            <a:r>
              <a:t>EXPOSE 8080</a:t>
            </a:r>
          </a:p>
          <a:p>
            <a:r>
              <a:t>ENTRYPOINT java -jar /app/app.jar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Docker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build -t skyapp .</a:t>
            </a:r>
          </a:p>
          <a:p>
            <a:r>
              <a:t>docker images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-d -p 81:8080 skyapp</a:t>
            </a:r>
          </a:p>
          <a:p>
            <a:r>
              <a:t>docker ps</a:t>
            </a:r>
          </a:p>
          <a:p>
            <a:r>
              <a:t>curl localhost:81/hello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Image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image history &lt;image-id&gt;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Multi-Stage Build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Build application</a:t>
            </a:r>
          </a:p>
          <a:p>
            <a:r>
              <a:t>Stage 2: Create lightweight runtime image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 –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maven:3.9.16-eclipse-temurin-8-noble AS build</a:t>
            </a:r>
          </a:p>
          <a:p>
            <a:r>
              <a:t>COPY pom.xml and src</a:t>
            </a:r>
          </a:p>
          <a:p>
            <a:r>
              <a:t>RUN mvn clean package -DskipTests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 –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COPY --from=build /app/target/*.jar app.jar</a:t>
            </a:r>
          </a:p>
          <a:p>
            <a:r>
              <a:t>EXPOSE 8080</a:t>
            </a:r>
          </a:p>
          <a:p>
            <a:r>
              <a:t>ENTRYPOINT ["java","-jar","app.jar"]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Multi-Stage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build -t skyappmulti .</a:t>
            </a:r>
          </a:p>
          <a:p>
            <a:r>
              <a:t>docker images</a:t>
            </a:r>
          </a:p>
          <a:p>
            <a:r>
              <a:t>docker image history skyappmulti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Application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Modify HelloWorldController.java</a:t>
            </a:r>
          </a:p>
          <a:p>
            <a:r>
              <a:t>Change message to:</a:t>
            </a:r>
          </a:p>
          <a:p>
            <a:r>
              <a:t>Hello, World! from multi build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Rebuild and Deploy New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build -t skyappmulti:v1 .</a:t>
            </a:r>
          </a:p>
          <a:p>
            <a:r>
              <a:t>docker run -d -p 84:8080 skyappmulti:v1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ps</a:t>
            </a:r>
          </a:p>
          <a:p>
            <a:r>
              <a:t>curl localhost:84/hello</a:t>
            </a:r>
          </a:p>
          <a:p>
            <a:r>
              <a:t>Expected Output:</a:t>
            </a:r>
          </a:p>
          <a:p>
            <a:r>
              <a:t>Hello, World! from multi 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Multi-Stage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Smaller Images</a:t>
            </a:r>
          </a:p>
          <a:p>
            <a:r>
              <a:t>Cleaner Builds</a:t>
            </a:r>
          </a:p>
          <a:p>
            <a:r>
              <a:t>Improved Security</a:t>
            </a:r>
          </a:p>
          <a:p>
            <a:r>
              <a:t>Faster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Maven App</a:t>
            </a:r>
          </a:p>
          <a:p>
            <a:r>
              <a:t>Create Docker Image</a:t>
            </a:r>
          </a:p>
          <a:p>
            <a:r>
              <a:t>Use Multi-Stage Builds</a:t>
            </a:r>
          </a:p>
          <a:p>
            <a:r>
              <a:t>Deploy Updated Versions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