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ETCD in Kubernetes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ETCD?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etcd is the primary datastore of Kubernetes.</a:t>
            </a:r>
          </a:p>
          <a:p>
            <a:r>
              <a:t>Stores cluster configuration, objects, secrets, nodes, pods, deployments and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ETCD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source of truth for Kubernetes.</a:t>
            </a:r>
          </a:p>
          <a:p>
            <a:r>
              <a:t>If etcd is unavailable, the control plane cannot function correctly.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Architecture with ETCD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kubectl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API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ETCD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Scheduler / Controllers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Stored in ETCD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Pods</a:t>
            </a:r>
          </a:p>
          <a:p>
            <a:r>
              <a:t>Deployments</a:t>
            </a:r>
          </a:p>
          <a:p>
            <a:r>
              <a:t>Services</a:t>
            </a:r>
          </a:p>
          <a:p>
            <a:r>
              <a:t>ConfigMaps</a:t>
            </a:r>
          </a:p>
          <a:p>
            <a:r>
              <a:t>Secrets</a:t>
            </a:r>
          </a:p>
          <a:p>
            <a:r>
              <a:t>Nodes</a:t>
            </a:r>
          </a:p>
          <a:p>
            <a:r>
              <a:t>Namespaces</a:t>
            </a:r>
          </a:p>
          <a:p>
            <a:r>
              <a:t>RBAC Objects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ETCD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Leader-Follower architecture</a:t>
            </a:r>
          </a:p>
          <a:p>
            <a:r>
              <a:t>Raft Consensus Algorithm</a:t>
            </a:r>
          </a:p>
          <a:p>
            <a:r>
              <a:t>Highly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ETCD Cluster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Server reads/writes data to ETCD.</a:t>
            </a:r>
          </a:p>
          <a:p>
            <a:r>
              <a:t>Controllers and Scheduler rely on API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ETCD Pod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pods -n kube-system</a:t>
            </a:r>
          </a:p>
          <a:p>
            <a:r>
              <a:t>kubectl get pods -n kube-system | grep etcd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ETCD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exec etcd-node -n kube-system -- etcdctl endpoint health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 for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Locate certificates</a:t>
            </a:r>
          </a:p>
          <a:p>
            <a:r>
              <a:t>Locate ETCD endpoint</a:t>
            </a:r>
          </a:p>
          <a:p>
            <a:r>
              <a:t>Use ETCDCTL_API=3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ETCD Backup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ETCDCTL_API=3 etcdctl snapshot save backup.db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Backup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--cacert --cert --key options with etcdctl snapshot save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etcdctl snapshot status backup.db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backups</a:t>
            </a:r>
          </a:p>
          <a:p>
            <a:r>
              <a:t>Store offsite copies</a:t>
            </a:r>
          </a:p>
          <a:p>
            <a:r>
              <a:t>Encrypt backup files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Restore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Restore creates a new ETCD data directory from snapshot.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ETCD Restore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ETCDCTL_API=3 etcdctl snapshot restore backup.db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Restore with Certificates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snapshot restore and create new data-dir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Updating ETCD Manifest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 /etc/kubernetes/manifests/etcd.yaml</a:t>
            </a:r>
          </a:p>
          <a:p>
            <a:r>
              <a:t>Point to restored data directory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ETCD Restore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3716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Update ETCD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3716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 Ready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Restore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ETCD health</a:t>
            </a:r>
          </a:p>
          <a:p>
            <a:r>
              <a:t>Check API server</a:t>
            </a:r>
          </a:p>
          <a:p>
            <a:r>
              <a:t>Verify cluster objects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Disaster Recovery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Backup → Failure → Restore → Update Manifest → Validate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Certificate issues</a:t>
            </a:r>
          </a:p>
          <a:p>
            <a:r>
              <a:t>Wrong endpoint</a:t>
            </a:r>
          </a:p>
          <a:p>
            <a:r>
              <a:t>Corrupt snapshot</a:t>
            </a:r>
          </a:p>
          <a:p>
            <a:r>
              <a:t>Permission problems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 certificates</a:t>
            </a:r>
          </a:p>
          <a:p>
            <a:r>
              <a:t>Restrict access</a:t>
            </a:r>
          </a:p>
          <a:p>
            <a:r>
              <a:t>Encrypt backups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Regular backups</a:t>
            </a:r>
          </a:p>
          <a:p>
            <a:r>
              <a:t>Test restores</a:t>
            </a:r>
          </a:p>
          <a:p>
            <a:r>
              <a:t>Monitor ETCD health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ETCD stores Kubernetes state.</a:t>
            </a:r>
          </a:p>
          <a:p>
            <a:r>
              <a:t>Take regular backups.</a:t>
            </a:r>
          </a:p>
          <a:p>
            <a:r>
              <a:t>Test restore procedures.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