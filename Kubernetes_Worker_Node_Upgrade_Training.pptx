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Worker Node Upgrade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Safely upgrade worker nodes with minimal disruption and maintain cluster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Cordon Node → Drain Node → Upgrade Packages → Restart Services → Uncordon 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Cluster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 -o wide</a:t>
            </a:r>
          </a:p>
          <a:p>
            <a:r>
              <a:t>Verify current Kubernetes versions and node health.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 Available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apt-get update</a:t>
            </a:r>
          </a:p>
          <a:p>
            <a:r>
              <a:t>apt-cache madison kubeadm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Cordon Worker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cordon &lt;worker-node&gt;</a:t>
            </a:r>
          </a:p>
          <a:p>
            <a:r>
              <a:t>Prevents new Pods from being scheduled.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Drain Worker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drain &lt;worker-node&gt; --ignore-daemonsets --delete-emptydir-data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Node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Node should display SchedulingDisabled.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kubeadm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apt-mark unhold kubeadm</a:t>
            </a:r>
          </a:p>
          <a:p>
            <a:r>
              <a:t>apt-get install kubeadm=&lt;version&gt;</a:t>
            </a:r>
          </a:p>
          <a:p>
            <a:r>
              <a:t>apt-mark hold kubeadm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Node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kubeadm upgrade node</a:t>
            </a:r>
          </a:p>
          <a:p>
            <a:r>
              <a:t>Updates local node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Upgrade kubelet and kubectl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apt-get install kubelet=&lt;version&gt; kubectl=&lt;version&gt;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Restart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restart containerd</a:t>
            </a:r>
          </a:p>
          <a:p>
            <a:r>
              <a:t>systemctl restart kubelet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 Upgrade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nodes</a:t>
            </a:r>
          </a:p>
          <a:p>
            <a:r>
              <a:t>Confirm upgraded Kubernetes version.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Uncordon Worker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uncordon &lt;worker-node&gt;</a:t>
            </a:r>
          </a:p>
          <a:p>
            <a:r>
              <a:t>Allow workloads to schedule again.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Rolling Upgrade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one worker node at a time to maintain application availability.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Pre-Upgrade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cluster</a:t>
            </a:r>
          </a:p>
          <a:p>
            <a:r>
              <a:t>Check node health</a:t>
            </a:r>
          </a:p>
          <a:p>
            <a:r>
              <a:t>Review release notes</a:t>
            </a:r>
          </a:p>
          <a:p>
            <a:r>
              <a:t>Verify compatibility.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Post-Upgrade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Pods</a:t>
            </a:r>
          </a:p>
          <a:p>
            <a:r>
              <a:t>Check Deployments</a:t>
            </a:r>
          </a:p>
          <a:p>
            <a:r>
              <a:t>Validate Services and Ingress.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kubelet logs</a:t>
            </a:r>
          </a:p>
          <a:p>
            <a:r>
              <a:t>Check node conditions</a:t>
            </a:r>
          </a:p>
          <a:p>
            <a:r>
              <a:t>Verify container runtime.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incrementally</a:t>
            </a:r>
          </a:p>
          <a:p>
            <a:r>
              <a:t>Test in staging first</a:t>
            </a:r>
          </a:p>
          <a:p>
            <a:r>
              <a:t>Monitor cluster throughout.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Cordon → Drain → Upgrade → Restart → Validate → Uncordon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