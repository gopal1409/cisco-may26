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Kubernetes Storage, ConfigMaps &amp; Secrets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Worker Node Storage → Persistent Volume → Persistent Volume Claim → Application Pod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Host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 worker node:</a:t>
            </a:r>
          </a:p>
          <a:p>
            <a:r>
              <a:t>mkdir /mnt/data</a:t>
            </a:r>
          </a:p>
          <a:p>
            <a:r>
              <a:t>This directory will back the Persistent Volume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Persistent Volume (PV)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PV is a cluster storage resource managed by Kubernetes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Persistent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PV Name: task-pv-volume</a:t>
            </a:r>
          </a:p>
          <a:p>
            <a:r>
              <a:t>Capacity: 10Gi</a:t>
            </a:r>
          </a:p>
          <a:p>
            <a:r>
              <a:t>Access Mode: ReadWriteOnce</a:t>
            </a:r>
          </a:p>
          <a:p>
            <a:r>
              <a:t>StorageClass: manual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 YAML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hostPath: /mnt/data</a:t>
            </a:r>
          </a:p>
          <a:p>
            <a:r>
              <a:t>volumeMode: Filesystem</a:t>
            </a:r>
          </a:p>
          <a:p>
            <a:r>
              <a:t>storageClassName: manual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PV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apply -f pv.yml</a:t>
            </a:r>
          </a:p>
          <a:p>
            <a:r>
              <a:t>kubectl get pv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Persistent Volume Claim (PVC)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PVC requests storage from a Persistent Volume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PVC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PVC Name: task-pv-claim</a:t>
            </a:r>
          </a:p>
          <a:p>
            <a:r>
              <a:t>Request: 10Gi</a:t>
            </a:r>
          </a:p>
          <a:p>
            <a:r>
              <a:t>Access Mode: ReadWriteOnce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PVC Binding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PVC searches for matching PV</a:t>
            </a:r>
          </a:p>
          <a:p>
            <a:r>
              <a:t>Storage Class, Size and Access Mode must match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PV-PVC 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pv</a:t>
            </a:r>
          </a:p>
          <a:p>
            <a:r>
              <a:t>kubectl get pvc</a:t>
            </a:r>
          </a:p>
          <a:p>
            <a:r>
              <a:t>Status should show Bound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→ PVC → PV → Host Storage (/mnt/data)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ConfigMaps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non-sensitive configuration data in Kubernetes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ConfigMap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ConfigMap Name: user-config</a:t>
            </a:r>
          </a:p>
          <a:p>
            <a:r>
              <a:t>Contains mysql_usermgmt.sql script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and Verify ConfigMap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apply -f configmap.yml</a:t>
            </a:r>
          </a:p>
          <a:p>
            <a:r>
              <a:t>kubectl get configmap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 ConfigMap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describe configmap user-config</a:t>
            </a:r>
          </a:p>
          <a:p>
            <a:r>
              <a:t>Data is visible in plain text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ConfigMap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 Variables</a:t>
            </a:r>
          </a:p>
          <a:p>
            <a:r>
              <a:t>Configuration Files</a:t>
            </a:r>
          </a:p>
          <a:p>
            <a:r>
              <a:t>Application Settings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Secrets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sensitive data securely in Kubernetes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Secret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Secret Name: mysql-secret</a:t>
            </a:r>
          </a:p>
          <a:p>
            <a:r>
              <a:t>Type: Opaque</a:t>
            </a:r>
          </a:p>
          <a:p>
            <a:r>
              <a:t>Data stored as Base64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Secret YAML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mysecret: ZGJwYXNzd29yZDEwMQ==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Secret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apply -f secret.yml</a:t>
            </a:r>
          </a:p>
          <a:p>
            <a:r>
              <a:t>kubectl get secret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 Secret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describe secret mysql-secret</a:t>
            </a:r>
          </a:p>
          <a:p>
            <a:r>
              <a:t>Secret values are not displayed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ConfigMap vs Secret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ConfigMap = Non-sensitive data</a:t>
            </a:r>
          </a:p>
          <a:p>
            <a:r>
              <a:t>Secret = Sensitive credentials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hardcoding passwords</a:t>
            </a:r>
          </a:p>
          <a:p>
            <a:r>
              <a:t>Use Secrets for credentials</a:t>
            </a:r>
          </a:p>
          <a:p>
            <a:r>
              <a:t>Use RBAC controls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Storage + Configuration + Secrets integrated with Kubernetes applications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PV</a:t>
            </a:r>
          </a:p>
          <a:p>
            <a:r>
              <a:t>Create PVC</a:t>
            </a:r>
          </a:p>
          <a:p>
            <a:r>
              <a:t>Bind Storage</a:t>
            </a:r>
          </a:p>
          <a:p>
            <a:r>
              <a:t>Create ConfigMaps</a:t>
            </a:r>
          </a:p>
          <a:p>
            <a:r>
              <a:t>Create Secrets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