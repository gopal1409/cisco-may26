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Control Plane Upgrade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upgrade workflow</a:t>
            </a:r>
          </a:p>
          <a:p>
            <a:r>
              <a:t>Drain node safely</a:t>
            </a:r>
          </a:p>
          <a:p>
            <a:r>
              <a:t>Upgrade kubeadm, kubelet and kubectl</a:t>
            </a:r>
          </a:p>
          <a:p>
            <a:r>
              <a:t>Validate cluster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Cluster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 -o wide</a:t>
            </a:r>
          </a:p>
          <a:p>
            <a:r>
              <a:t>Review current Kubernetes versions and node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Available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apt-get update</a:t>
            </a:r>
          </a:p>
          <a:p>
            <a:r>
              <a:t>apt-cache madison kubeadm</a:t>
            </a:r>
          </a:p>
          <a:p>
            <a:r>
              <a:t>Identify target version for upgrade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Drain the Node?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 new workloads from scheduling during maintenance</a:t>
            </a:r>
          </a:p>
          <a:p>
            <a:r>
              <a:t>Ensure controlled upgrade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Drain the Master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drain eoc-controller --ignore-daemonsets --delete-emptydir-data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Scheduling Disabled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</a:t>
            </a:r>
          </a:p>
          <a:p>
            <a:r>
              <a:t>Master node status changes to SchedulingDisabled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Drain Node → Upgrade kubeadm → Upgrade Control Plane → Upgrade kubelet/kubectl → Restart Services → Uncordon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API Server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killall -s SIGTERM kube-apiserver</a:t>
            </a:r>
          </a:p>
          <a:p>
            <a:r>
              <a:t>sleep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 Package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apt-mark unhold kubeadm</a:t>
            </a:r>
          </a:p>
          <a:p>
            <a:r>
              <a:t>Allows kubeadm package upgrade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kubeadm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apt-get install kubeadm=1.33.12-1.1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kubectl and kubelet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apt-get install kubectl=1.33.12-1.1 kubelet=1.33.12-1.1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 kubeadm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apt-mark hold kubeadm</a:t>
            </a:r>
          </a:p>
          <a:p>
            <a:r>
              <a:t>Prevents accidental upgrades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Download Kubernetes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kubeadm config images pull</a:t>
            </a:r>
          </a:p>
          <a:p>
            <a:r>
              <a:t>Downloads required control plane images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Upgrade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kubeadm upgrade plan</a:t>
            </a:r>
          </a:p>
          <a:p>
            <a:r>
              <a:t>Validates upgrade path and displays actions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Control Plane Upgrade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kubeadm upgrade apply v1.33.12</a:t>
            </a:r>
          </a:p>
          <a:p>
            <a:r>
              <a:t>This step upgrades cluster components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Duration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may take approximately 5 minutes depending on environment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Node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</a:t>
            </a:r>
          </a:p>
          <a:p>
            <a:r>
              <a:t>Node may still show old version until services restart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Restart Runtime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restart containerd</a:t>
            </a:r>
          </a:p>
          <a:p>
            <a:r>
              <a:t>systemctl restart kubelet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Upgrade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</a:t>
            </a:r>
          </a:p>
          <a:p>
            <a:r>
              <a:t>Confirm node reports Kubernetes v1.33.12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Bring Node Back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uncordon eoc-controller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Scheduling Enabled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</a:t>
            </a:r>
          </a:p>
          <a:p>
            <a:r>
              <a:t>SchedulingDisabled flag should be removed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Plane Components</a:t>
            </a:r>
          </a:p>
          <a:p>
            <a:r>
              <a:t>API Server</a:t>
            </a:r>
          </a:p>
          <a:p>
            <a:r>
              <a:t>Controller Manager</a:t>
            </a:r>
          </a:p>
          <a:p>
            <a:r>
              <a:t>Scheduler</a:t>
            </a:r>
          </a:p>
          <a:p>
            <a:r>
              <a:t>etcd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etcd backup</a:t>
            </a:r>
          </a:p>
          <a:p>
            <a:r>
              <a:t>Review compatibility matrix</a:t>
            </a:r>
          </a:p>
          <a:p>
            <a:r>
              <a:t>Upgrade one version at a 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Pre-Upgrade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 healthy</a:t>
            </a:r>
          </a:p>
          <a:p>
            <a:r>
              <a:t>Node resources available</a:t>
            </a:r>
          </a:p>
          <a:p>
            <a:r>
              <a:t>Backup critical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Post-Upgrade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node status</a:t>
            </a:r>
          </a:p>
          <a:p>
            <a:r>
              <a:t>Check system pods</a:t>
            </a:r>
          </a:p>
          <a:p>
            <a:r>
              <a:t>Verify application workloads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kubelet logs</a:t>
            </a:r>
          </a:p>
          <a:p>
            <a:r>
              <a:t>Review kubeadm logs</a:t>
            </a:r>
          </a:p>
          <a:p>
            <a:r>
              <a:t>Validate API server health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Upgrade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Drain → Upgrade Packages → Pull Images → Apply Upgrade → Restart Services → Uncordon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Kubernetes Control Plane Upgrade Using kubeadm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