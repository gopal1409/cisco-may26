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Kubernetes Services - ClusterIP and NodePort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create deploy test-deploy --image=nginx --port=80 --replicas=2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get deploy</a:t>
            </a:r>
          </a:p>
          <a:p>
            <a:r>
              <a:t>kubectl get pod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Services?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Pods are ephemeral</a:t>
            </a:r>
          </a:p>
          <a:p>
            <a:r>
              <a:t>IP addresses can change</a:t>
            </a:r>
          </a:p>
          <a:p>
            <a:r>
              <a:t>Services provide stable access to applications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Expose Deployment as ClusterIP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expose deploy test-deploy --type=ClusterIP --name=test-clusterip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 Service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get svc</a:t>
            </a:r>
          </a:p>
          <a:p>
            <a:r>
              <a:t>Observe ClusterIP assigned by Kubernetes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ClusterIP?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Default service type</a:t>
            </a:r>
          </a:p>
          <a:p>
            <a:r>
              <a:t>Accessible only inside the cluster</a:t>
            </a:r>
          </a:p>
          <a:p>
            <a:r>
              <a:t>Provides internal load balancing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 DNS Utility Pod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apply -f https://k8s.io/examples/admin/dns/dnsutils.yaml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 DNS Pod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get pod</a:t>
            </a:r>
          </a:p>
          <a:p>
            <a:r>
              <a:t>Ensure dnsutils pod is running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Kubernetes DNS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exec -it dnsutils -- nslookup kubernetes.default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DNS Resolution for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exec -it dnsutils -- nslookup test-clusterip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Service Discovery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CoreDNS resolves service names</a:t>
            </a:r>
          </a:p>
          <a:p>
            <a:r>
              <a:t>Applications communicate using service names instead of IPs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Expose Deployment as NodePort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expose deploy test-deploy --type=NodePort --name=test-nodeport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 NodePort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get svc</a:t>
            </a:r>
          </a:p>
          <a:p>
            <a:r>
              <a:t>Note the assigned NodePort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Inspect Service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describe svc test-nodeport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Service endpoints map to Pod IPs</a:t>
            </a:r>
          </a:p>
          <a:p>
            <a:r>
              <a:t>Traffic is forwarded to healthy Pods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 Pod IP Addresses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get pod -o wide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Application from Browser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http://&lt;Node-IP&gt;:&lt;NodePort&gt;</a:t>
            </a:r>
          </a:p>
          <a:p>
            <a:r>
              <a:t>Use Node IP and allocated NodePort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ClusterIP vs NodePort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ClusterIP: Internal Access Only</a:t>
            </a:r>
          </a:p>
          <a:p>
            <a:r>
              <a:t>NodePort: External Access via Node IP and Port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NodePort → Service → Endpoints → Pods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Useful Commands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get svc</a:t>
            </a:r>
          </a:p>
          <a:p>
            <a:r>
              <a:t>kubectl describe svc</a:t>
            </a:r>
          </a:p>
          <a:p>
            <a:r>
              <a:t>kubectl get pod -o wide</a:t>
            </a:r>
          </a:p>
          <a:p>
            <a:r>
              <a:t>kubectl exec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ClusterIP for internal apps</a:t>
            </a:r>
          </a:p>
          <a:p>
            <a:r>
              <a:t>Use NodePort for testing</a:t>
            </a:r>
          </a:p>
          <a:p>
            <a:r>
              <a:t>Use Ingress/LoadBalancer for production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service endpoints</a:t>
            </a:r>
          </a:p>
          <a:p>
            <a:r>
              <a:t>Verify pod labels</a:t>
            </a:r>
          </a:p>
          <a:p>
            <a:r>
              <a:t>Confirm service selectors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Deployment</a:t>
            </a:r>
          </a:p>
          <a:p>
            <a:r>
              <a:t>Expose via ClusterIP</a:t>
            </a:r>
          </a:p>
          <a:p>
            <a:r>
              <a:t>Test DNS Resolution</a:t>
            </a:r>
          </a:p>
          <a:p>
            <a:r>
              <a:t>Expose via NodePort</a:t>
            </a:r>
          </a:p>
          <a:p>
            <a:r>
              <a:t>Access Application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